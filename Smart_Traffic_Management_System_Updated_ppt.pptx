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lean_fin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0" y="777240"/>
            <a:ext cx="886968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46120" y="9601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A3057"/>
                </a:solidFill>
                <a:latin typeface="Arial"/>
              </a:rPr>
              <a:t>SMART TRAFFIC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48132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45C19"/>
                </a:solidFill>
                <a:latin typeface="Arial"/>
              </a:rPr>
              <a:t>FOR UNEVEN TRAFFIC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2057400"/>
            <a:ext cx="7818120" cy="36576"/>
          </a:xfrm>
          <a:prstGeom prst="rect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23317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Idea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rial"/>
              </a:rPr>
              <a:t>Academic Year: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74320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Team Members &amp; Roll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090672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Hiten Borkar — 40</a:t>
            </a:r>
          </a:p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Naman Agrawal — 51</a:t>
            </a:r>
          </a:p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Isaac David — 64</a:t>
            </a:r>
          </a:p>
          <a:p>
            <a:pPr>
              <a:spcAft>
                <a:spcPts val="2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Sara Ahmed — 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906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Guide / Mentor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93008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rial"/>
              </a:rPr>
              <a:t>Prof. Rasika Rewatkar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069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Department / 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462272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School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lean_fin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87552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What problem are we addressing?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6400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Uneven traffic distribution overloads some roads/intersections while nearby roads remain underutilized.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Peak-hour traffic causes increased congestion, longer queues, higher travel time and waiting/delay.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Available road capacity is not used efficiently.</a:t>
            </a:r>
          </a:p>
          <a:p>
            <a:pPr>
              <a:spcAft>
                <a:spcPts val="400"/>
              </a:spcAft>
              <a:defRPr sz="1500">
                <a:solidFill>
                  <a:srgbClr val="141414"/>
                </a:solidFill>
                <a:latin typeface="Arial"/>
              </a:defRPr>
            </a:pPr>
            <a:r>
              <a:t>• The project focuses on a selected connected road corridor in Nagpur.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Who is affected?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41648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Road users and commuters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Traffic management authorities</a:t>
            </a:r>
          </a:p>
          <a:p>
            <a:pPr>
              <a:spcAft>
                <a:spcPts val="400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Roads/intersections facing excessive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36576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Current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4041648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Existing approaches often focus mainly on signal control and general traffic optimization rather than specifically addressing imbalance between overloaded and underutilized roads.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3492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Why is it important?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321808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rial"/>
              </a:rPr>
              <a:t>Simulation can safely evaluate traffic-management strategies before real-world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lean_fina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326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1. Adaptive Traffic Signal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Uses Reinforcement Learning (RL) for adaptive signal control and helps optimize traffic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53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2. SUMO-Based Traffic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700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Uses SUMO and TraCI to develop and evaluate traffic controllers.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3. Coordinated Traffic Signal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43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Uses multi-agent Reinforcement Learning for signal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4963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5C19"/>
                </a:solidFill>
                <a:latin typeface="Arial"/>
              </a:rPr>
              <a:t>4. Traffic Modelling with SUMO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843784"/>
            <a:ext cx="50292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Provides frameworks for building and simulating traffic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40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Limitations / 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7939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Existing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279392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42816"/>
            <a:ext cx="3246120" cy="438912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4242816"/>
            <a:ext cx="6766560" cy="438912"/>
          </a:xfrm>
          <a:prstGeom prst="rect">
            <a:avLst/>
          </a:prstGeom>
          <a:solidFill>
            <a:srgbClr val="0A3057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Adaptive Signal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681728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Does not specifically address uneven traffic distribution during peak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SUMO Traffic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029200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Does not focus on redistribution between overloaded and underutilized roads.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76672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Coordinated Signal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376672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Focuses on signal coordination rather than traffic imbalance.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24144"/>
            <a:ext cx="3246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SUMO Traffic Modelling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724144"/>
            <a:ext cx="6766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9" b="0">
                <a:solidFill>
                  <a:srgbClr val="141414"/>
                </a:solidFill>
                <a:latin typeface="Arial"/>
              </a:rPr>
              <a:t>Does not specifically address peak-hour before–after strategy evaluation.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12648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Research Gap: identify uneven traffic distribution, classify congestion using ML, and compare traffic-management strategies for separate peak periods.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lean_fina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Project Idea &amp; 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rial"/>
              </a:rPr>
              <a:t>Develop a Smart Traffic Management System using traffic simulation and Machine Learning to identify congestion and evaluate suitable traffic-management strategies.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4884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2140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Obtain selected Nagpur corridor from OpenStreetMap (OSM).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214884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23113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2140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Convert and configure the road network in SUMO.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0837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Generate demand for 9 AM–12 Noon and 4 PM–7 PM.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92608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00837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89864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Run baseline simulation and analyse overloaded/underutilized locations.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0332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85615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75887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Use ML to classify congestion as Low, Medium or High.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70332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785615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75887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Simulate alternative traffic-management strategies.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480560"/>
            <a:ext cx="438912" cy="438912"/>
          </a:xfrm>
          <a:prstGeom prst="ellipse">
            <a:avLst/>
          </a:prstGeom>
          <a:solidFill>
            <a:srgbClr val="F45C19"/>
          </a:solidFill>
          <a:ln>
            <a:solidFill>
              <a:srgbClr val="F45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562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5312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141414"/>
                </a:solidFill>
                <a:latin typeface="Arial"/>
              </a:rPr>
              <a:t>Compare baseline and managed scenarios using traffic KPIs.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Key Innovation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074920"/>
            <a:ext cx="8046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3057"/>
                </a:solidFill>
                <a:latin typeface="Arial"/>
              </a:rPr>
              <a:t>Focus on uneven traffic distribution and period-specific management rather than only optimizing individual traffic signals.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Expected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71500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41414"/>
                </a:solidFill>
                <a:latin typeface="Arial"/>
              </a:rPr>
              <a:t>Recommend a suitable traffic-management strategy separately for morning and evening peak periods.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clean_fina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556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Traffic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Develop a SUMO-based simulation model representing the selected Nagpur corridor and traffic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Traffic &amp; Congestion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128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Analyse vehicle count, average speed, queue length, road/intersection and time period to identify congestion-prone and underutilized 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383279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558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ML Congestion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130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Develop an ML-based model to classify traffic congestion into Low → Medium → High.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383279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35584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3057"/>
                </a:solidFill>
                <a:latin typeface="Arial"/>
              </a:rPr>
              <a:t>Strategy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13048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Simulate and compare alternative traffic-management strategies for 9 AM–12 Noon and 4 PM–7 PM.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5C19"/>
                </a:solidFill>
                <a:latin typeface="Arial"/>
              </a:rPr>
              <a:t>Expected measurable targets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0A3057"/>
                </a:solidFill>
                <a:latin typeface="Arial"/>
              </a:rPr>
              <a:t>Waiting time  |  Queue length  |  Travel time  |  Average speed  |  Throughput  |  Network delay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clean_fina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SYSTEM ARCHITECTURE /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OSM Road Network
+ Traffic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Peak-Hour
Traffic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SUMO Baseline
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Traffic &amp;
Congestion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1965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563624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1728216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ML Congestion
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2788920"/>
            <a:ext cx="2148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0" y="2944368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Traffic-Management
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0358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788920"/>
            <a:ext cx="2148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2944368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KPI
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0358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5C19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788920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43800" y="294436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A3057"/>
                </a:solidFill>
                <a:latin typeface="Arial"/>
              </a:rPr>
              <a:t>Recommended Traffic
Management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348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OSM road network • Traffic demand • Vehicle count • Road capacity • Time period • 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4348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SUMO simulation • Traffic-flow analysis • Congestion identification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069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AI / ALGORITHM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434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3057"/>
                </a:solidFill>
                <a:latin typeface="Arial"/>
              </a:rPr>
              <a:t>ML-based congestion classification:
Low → Medium → 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62356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41414"/>
                </a:solidFill>
                <a:latin typeface="Arial"/>
              </a:rPr>
              <a:t>Congestion locations • Congestion levels • Scenario performance • KPI comparison • Recommended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lean_fina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64207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8424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664207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Traffic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98424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SUMO + TraCI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544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3607" y="1664207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Road Network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7" y="198424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OpenStreetMap (OSM)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517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7614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8152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Python-based traffic congestion prediction/classification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6517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7614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Data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8152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Pandas + NumPy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6517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A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7" y="27614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5C19"/>
                </a:solidFill>
                <a:latin typeface="Arial"/>
              </a:rP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308152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Matplotlib + 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Implementation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10058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Road Network Preparation — extract corridor from OSM, convert to SUMO, configure roads/intersections/capacities.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Traffic Demand Generation — create morning/evening demand, vehicle routes and traffic volumes.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Baseline Simulation — run initial SUMO scenario and collect traffic parameters.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ML Classification — feed selected parameters into ML model and classify Low/Medium/High.</a:t>
            </a:r>
          </a:p>
          <a:p>
            <a:pPr>
              <a:spcAft>
                <a:spcPts val="200"/>
              </a:spcAft>
              <a:defRPr sz="1170">
                <a:solidFill>
                  <a:srgbClr val="141414"/>
                </a:solidFill>
                <a:latin typeface="Arial"/>
              </a:defRPr>
            </a:pPr>
            <a:r>
              <a:t>• Scenario Simulation — test signal-timing adjustment, route redistribution and controlled traffic-flow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lean_fina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RESULTS /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/>
            </a:pPr>
            <a:r>
              <a:rPr sz="1400" b="1">
                <a:solidFill>
                  <a:srgbClr val="F45C19"/>
                </a:solidFill>
                <a:latin typeface="Arial"/>
              </a:rPr>
              <a:t>No final experimental numerical results are provided yet; this slide therefore presents the planned prototype/results.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SUMO road-network model for the selected Nagpur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Morning peak simulation: 9 AM–12 Noon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Evening peak simulation: 4 PM–7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Congestion-prone road/intersection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ML congestion classification: Low / Medium /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Baseline vs managed scenario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Traffic performance visualizations/dashboard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6446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141414"/>
                </a:solidFill>
                <a:latin typeface="Arial"/>
              </a:defRPr>
            </a:pPr>
            <a:r>
              <a:t>• Recommended traffic-management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Key Performance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/>
            </a:pPr>
            <a:r>
              <a:rPr sz="1250" b="1">
                <a:solidFill>
                  <a:srgbClr val="F45C19"/>
                </a:solidFill>
                <a:latin typeface="Arial"/>
              </a:rPr>
              <a:t>Average Waiting Time  |  Queue Length  |  Travel Time  |  Average Speed  |  Throughput  |  Network Delay</a:t>
            </a:r>
          </a:p>
        </p:txBody>
      </p:sp>
      <p:pic>
        <p:nvPicPr>
          <p:cNvPr id="17" name="Picture 16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755648"/>
            <a:ext cx="3794760" cy="2057400"/>
          </a:xfrm>
          <a:prstGeom prst="rect">
            <a:avLst/>
          </a:prstGeom>
        </p:spPr>
      </p:pic>
      <p:pic>
        <p:nvPicPr>
          <p:cNvPr id="18" name="Picture 17" descr="kpi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069080"/>
            <a:ext cx="37947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lean_fina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3057"/>
                </a:solidFill>
                <a:latin typeface="Arial"/>
              </a:rPr>
              <a:t>INNOVATION, IMPACT, DELIVERABLES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★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6479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Focuses on uneven traffic distribution, not only signal optimization.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Uses ML-based congestion classification.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Evaluates strategies separately for morning and evening peak periods.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Uses simulation for safe before–after strategy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↗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6479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Better identification of overloaded roads/intersections.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Improved understanding of underutilized road capacity.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Data-driven traffic-management decisions.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Reduced dependency on trial-and-error real-world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9651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OSM-based SUMO road network and traffic-demand scenarios.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Baseline and managed traffic simulations.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ML congestion classification and KPI comparison.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Visualization/dashboard and recommended traffic-management plans.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5C19"/>
                </a:solidFill>
                <a:latin typeface="Arial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096512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Extension to additional road corridors.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More detailed traffic-demand data.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More advanced adaptive traffic-control techniques.</a:t>
            </a:r>
          </a:p>
          <a:p>
            <a:pPr>
              <a:spcAft>
                <a:spcPts val="200"/>
              </a:spcAft>
              <a:defRPr sz="1120">
                <a:solidFill>
                  <a:srgbClr val="141414"/>
                </a:solidFill>
                <a:latin typeface="Arial"/>
              </a:defRPr>
            </a:pPr>
            <a:r>
              <a:t>• Potential integration with real-world traffic systems in future.</a:t>
            </a:r>
          </a:p>
        </p:txBody>
      </p:sp>
      <p:pic>
        <p:nvPicPr>
          <p:cNvPr id="13" name="Picture 12" descr="sd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892040"/>
            <a:ext cx="42976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lean_fina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3057"/>
                </a:solidFill>
                <a:latin typeface="Arial"/>
              </a:rP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5C19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41414"/>
                </a:solidFill>
                <a:latin typeface="Arial"/>
              </a:rPr>
              <a:t>The proposed Smart Traffic Management System provides a simulation-based approach for addressing uneven traffic distribution in a selected Nagpur road corridor. It models traffic using OSM and SUMO, analyses peak-hour conditions, identifies overloaded/underutilized locations, classifies congestion using ML, tests alternative strategies and compares them using defined KPIs.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077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5C19"/>
                </a:solidFill>
                <a:latin typeface="Arial"/>
              </a:rPr>
              <a:t>Scope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73552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rial"/>
              </a:rPr>
              <a:t>The project is limited to simulation and decision support. It does not directly control real traffic signals, deploy roadside hardware, or implement irreversible real-world traffic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3057"/>
                </a:solidFill>
                <a:latin typeface="Arial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98848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1. Riehl, K., Kouvelas, A. &amp; Makridis, M. A. — sumoITScontrol: Traffic Controller Collection for SUMO Traffic Simulations, 2026.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2. Reinforcement Learning for Adaptive Traffic Signal Control: An Overview, Transportation Research Procedia, 2026.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3. Ren, A. D., Zhang, B. G., Chang, F. &amp; Huang, H. — Two-step deep reinforcement learning for traffic signal control, 2025.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4. Ren, F., Dong, W., Zhao, X., Zhang, F., Kong, Y. &amp; Yang, Q. — Two-layer coordinated reinforcement learning for traffic signal control in traffic network, 2024.</a:t>
            </a:r>
          </a:p>
          <a:p>
            <a:pPr>
              <a:spcAft>
                <a:spcPts val="100"/>
              </a:spcAft>
              <a:defRPr sz="1019">
                <a:solidFill>
                  <a:srgbClr val="141414"/>
                </a:solidFill>
                <a:latin typeface="Arial"/>
              </a:defRPr>
            </a:pPr>
            <a:r>
              <a:t>• 5. Guastella, D. A., Montero-Porras, E., Morales-Hernández, A. &amp; Bontempi, G. — Traffic Modeling with SUMO: A Tutorial,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149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A3057"/>
                </a:solidFill>
                <a:latin typeface="Arial"/>
              </a:rPr>
              <a:t>Hiten Borkar • Naman Agrawal • Isaac David • Sara Ahmed  |  Prof. Rasika Rewatkar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1309</Words>
  <Application>Microsoft Office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ISAAC DAVID</cp:lastModifiedBy>
  <cp:revision>2</cp:revision>
  <dcterms:created xsi:type="dcterms:W3CDTF">2013-01-27T09:14:16Z</dcterms:created>
  <dcterms:modified xsi:type="dcterms:W3CDTF">2026-09-13T11:56:52Z</dcterms:modified>
  <cp:category/>
</cp:coreProperties>
</file>